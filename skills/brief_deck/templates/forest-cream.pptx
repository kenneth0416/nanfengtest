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subtitle"/>
          <p:cNvSpPr/>
          <p:nvPr>
            <p:ph idx="102" type="body" hasCustomPrompt="1"/>
          </p:nvPr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C8D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headline"/>
          <p:cNvSpPr/>
          <p:nvPr>
            <p:ph idx="103" type="body" hasCustomPrompt="1"/>
          </p:nvPr>
        </p:nvSpPr>
        <p:spPr>
          <a:xfrm>
            <a:off x="640080" y="2286000"/>
            <a:ext cx="108813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6" name="Shape 0"/>
          <p:cNvSpPr/>
          <p:nvPr/>
        </p:nvSpPr>
        <p:spPr>
          <a:xfrm>
            <a:off x="640080" y="4069080"/>
            <a:ext cx="2606040" cy="0"/>
          </a:xfrm>
          <a:prstGeom prst="line">
            <a:avLst/>
          </a:prstGeom>
          <a:noFill/>
          <a:ln w="38100">
            <a:solidFill>
              <a:srgbClr val="93703A"/>
            </a:solidFill>
            <a:prstDash val="solid"/>
          </a:ln>
        </p:spPr>
      </p:sp>
      <p:sp>
        <p:nvSpPr>
          <p:cNvPr id="7" name="kpi1"/>
          <p:cNvSpPr/>
          <p:nvPr>
            <p:ph idx="105" type="body" hasCustomPrompt="1"/>
          </p:nvPr>
        </p:nvSpPr>
        <p:spPr>
          <a:xfrm>
            <a:off x="640080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8" name="Shape 1"/>
          <p:cNvSpPr/>
          <p:nvPr/>
        </p:nvSpPr>
        <p:spPr>
          <a:xfrm>
            <a:off x="3410712" y="4069080"/>
            <a:ext cx="2606040" cy="0"/>
          </a:xfrm>
          <a:prstGeom prst="line">
            <a:avLst/>
          </a:prstGeom>
          <a:noFill/>
          <a:ln w="38100">
            <a:solidFill>
              <a:srgbClr val="93703A"/>
            </a:solidFill>
            <a:prstDash val="solid"/>
          </a:ln>
        </p:spPr>
      </p:sp>
      <p:sp>
        <p:nvSpPr>
          <p:cNvPr id="9" name="kpi2"/>
          <p:cNvSpPr/>
          <p:nvPr>
            <p:ph idx="107" type="body" hasCustomPrompt="1"/>
          </p:nvPr>
        </p:nvSpPr>
        <p:spPr>
          <a:xfrm>
            <a:off x="3410712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Shape 2"/>
          <p:cNvSpPr/>
          <p:nvPr/>
        </p:nvSpPr>
        <p:spPr>
          <a:xfrm>
            <a:off x="6181344" y="4069080"/>
            <a:ext cx="2606040" cy="0"/>
          </a:xfrm>
          <a:prstGeom prst="line">
            <a:avLst/>
          </a:prstGeom>
          <a:noFill/>
          <a:ln w="38100">
            <a:solidFill>
              <a:srgbClr val="93703A"/>
            </a:solidFill>
            <a:prstDash val="solid"/>
          </a:ln>
        </p:spPr>
      </p:sp>
      <p:sp>
        <p:nvSpPr>
          <p:cNvPr id="11" name="kpi3"/>
          <p:cNvSpPr/>
          <p:nvPr>
            <p:ph idx="109" type="body" hasCustomPrompt="1"/>
          </p:nvPr>
        </p:nvSpPr>
        <p:spPr>
          <a:xfrm>
            <a:off x="6181344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2" name="Shape 3"/>
          <p:cNvSpPr/>
          <p:nvPr/>
        </p:nvSpPr>
        <p:spPr>
          <a:xfrm>
            <a:off x="8951976" y="4069080"/>
            <a:ext cx="2606040" cy="0"/>
          </a:xfrm>
          <a:prstGeom prst="line">
            <a:avLst/>
          </a:prstGeom>
          <a:noFill/>
          <a:ln w="38100">
            <a:solidFill>
              <a:srgbClr val="93703A"/>
            </a:solidFill>
            <a:prstDash val="solid"/>
          </a:ln>
        </p:spPr>
      </p:sp>
      <p:sp>
        <p:nvSpPr>
          <p:cNvPr id="13" name="kpi4"/>
          <p:cNvSpPr/>
          <p:nvPr>
            <p:ph idx="111" type="body" hasCustomPrompt="1"/>
          </p:nvPr>
        </p:nvSpPr>
        <p:spPr>
          <a:xfrm>
            <a:off x="8951976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4" name="caveat"/>
          <p:cNvSpPr/>
          <p:nvPr>
            <p:ph idx="112" type="body" hasCustomPrompt="1"/>
          </p:nvPr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C8D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97480"/>
            <a:ext cx="914400" cy="0"/>
          </a:xfrm>
          <a:prstGeom prst="line">
            <a:avLst/>
          </a:prstGeom>
          <a:noFill/>
          <a:ln w="381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64008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body"/>
          <p:cNvSpPr/>
          <p:nvPr>
            <p:ph idx="103" type="body" hasCustomPrompt="1"/>
          </p:nvPr>
        </p:nvSpPr>
        <p:spPr>
          <a:xfrm>
            <a:off x="640080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C8D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Shape 0"/>
          <p:cNvSpPr/>
          <p:nvPr/>
        </p:nvSpPr>
        <p:spPr>
          <a:xfrm>
            <a:off x="822960" y="1645920"/>
            <a:ext cx="731520" cy="0"/>
          </a:xfrm>
          <a:prstGeom prst="line">
            <a:avLst/>
          </a:prstGeom>
          <a:noFill/>
          <a:ln w="38100">
            <a:solidFill>
              <a:srgbClr val="93703A"/>
            </a:solidFill>
            <a:prstDash val="solid"/>
          </a:ln>
        </p:spPr>
      </p:sp>
      <p:sp>
        <p:nvSpPr>
          <p:cNvPr id="4" name="statement"/>
          <p:cNvSpPr/>
          <p:nvPr>
            <p:ph idx="102" type="body" hasCustomPrompt="1"/>
          </p:nvPr>
        </p:nvSpPr>
        <p:spPr>
          <a:xfrm>
            <a:off x="822960" y="18745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attribution"/>
          <p:cNvSpPr/>
          <p:nvPr>
            <p:ph idx="103" type="body" hasCustomPrompt="1"/>
          </p:nvPr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C8D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82296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8D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number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hero"/>
          <p:cNvSpPr/>
          <p:nvPr>
            <p:ph idx="105" type="body" hasCustomPrompt="1"/>
          </p:nvPr>
        </p:nvSpPr>
        <p:spPr>
          <a:xfrm>
            <a:off x="548640" y="1691640"/>
            <a:ext cx="39319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i="1" dirty="0">
                <a:solidFill>
                  <a:srgbClr val="937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8" name="hero_caption"/>
          <p:cNvSpPr/>
          <p:nvPr>
            <p:ph idx="106" type="body" hasCustomPrompt="1"/>
          </p:nvPr>
        </p:nvSpPr>
        <p:spPr>
          <a:xfrm>
            <a:off x="54864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hero_context"/>
          <p:cNvSpPr/>
          <p:nvPr>
            <p:ph idx="107" type="body" hasCustomPrompt="1"/>
          </p:nvPr>
        </p:nvSpPr>
        <p:spPr>
          <a:xfrm>
            <a:off x="548640" y="3337560"/>
            <a:ext cx="39319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chart_label"/>
          <p:cNvSpPr/>
          <p:nvPr>
            <p:ph idx="108" type="body" hasCustomPrompt="1"/>
          </p:nvPr>
        </p:nvSpPr>
        <p:spPr>
          <a:xfrm>
            <a:off x="4846320" y="1645920"/>
            <a:ext cx="676656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chart"/>
          <p:cNvSpPr/>
          <p:nvPr>
            <p:ph idx="109" type="chart" hasCustomPrompt="1"/>
          </p:nvPr>
        </p:nvSpPr>
        <p:spPr>
          <a:xfrm>
            <a:off x="4754880" y="1938528"/>
            <a:ext cx="6885432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 row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548640" y="1691640"/>
            <a:ext cx="2651760" cy="0"/>
          </a:xfrm>
          <a:prstGeom prst="line">
            <a:avLst/>
          </a:prstGeom>
          <a:noFill/>
          <a:ln w="19050">
            <a:solidFill>
              <a:srgbClr val="93703A"/>
            </a:solidFill>
            <a:prstDash val="solid"/>
          </a:ln>
        </p:spPr>
      </p:sp>
      <p:sp>
        <p:nvSpPr>
          <p:cNvPr id="8" name="stat1"/>
          <p:cNvSpPr/>
          <p:nvPr>
            <p:ph idx="106" type="body" hasCustomPrompt="1"/>
          </p:nvPr>
        </p:nvSpPr>
        <p:spPr>
          <a:xfrm>
            <a:off x="548640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937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9" name="stat1_caption"/>
          <p:cNvSpPr/>
          <p:nvPr>
            <p:ph idx="107" type="body" hasCustomPrompt="1"/>
          </p:nvPr>
        </p:nvSpPr>
        <p:spPr>
          <a:xfrm>
            <a:off x="548640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0" name="stat1_context"/>
          <p:cNvSpPr/>
          <p:nvPr>
            <p:ph idx="108" type="body" hasCustomPrompt="1"/>
          </p:nvPr>
        </p:nvSpPr>
        <p:spPr>
          <a:xfrm>
            <a:off x="548640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Shape 4"/>
          <p:cNvSpPr/>
          <p:nvPr/>
        </p:nvSpPr>
        <p:spPr>
          <a:xfrm>
            <a:off x="3346704" y="1691640"/>
            <a:ext cx="2651760" cy="0"/>
          </a:xfrm>
          <a:prstGeom prst="line">
            <a:avLst/>
          </a:prstGeom>
          <a:noFill/>
          <a:ln w="19050">
            <a:solidFill>
              <a:srgbClr val="93703A"/>
            </a:solidFill>
            <a:prstDash val="solid"/>
          </a:ln>
        </p:spPr>
      </p:sp>
      <p:sp>
        <p:nvSpPr>
          <p:cNvPr id="12" name="stat2"/>
          <p:cNvSpPr/>
          <p:nvPr>
            <p:ph idx="110" type="body" hasCustomPrompt="1"/>
          </p:nvPr>
        </p:nvSpPr>
        <p:spPr>
          <a:xfrm>
            <a:off x="3346704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937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3" name="stat2_caption"/>
          <p:cNvSpPr/>
          <p:nvPr>
            <p:ph idx="111" type="body" hasCustomPrompt="1"/>
          </p:nvPr>
        </p:nvSpPr>
        <p:spPr>
          <a:xfrm>
            <a:off x="3346704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4" name="stat2_context"/>
          <p:cNvSpPr/>
          <p:nvPr>
            <p:ph idx="112" type="body" hasCustomPrompt="1"/>
          </p:nvPr>
        </p:nvSpPr>
        <p:spPr>
          <a:xfrm>
            <a:off x="3346704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5" name="Shape 5"/>
          <p:cNvSpPr/>
          <p:nvPr/>
        </p:nvSpPr>
        <p:spPr>
          <a:xfrm>
            <a:off x="6144768" y="1691640"/>
            <a:ext cx="2651760" cy="0"/>
          </a:xfrm>
          <a:prstGeom prst="line">
            <a:avLst/>
          </a:prstGeom>
          <a:noFill/>
          <a:ln w="19050">
            <a:solidFill>
              <a:srgbClr val="93703A"/>
            </a:solidFill>
            <a:prstDash val="solid"/>
          </a:ln>
        </p:spPr>
      </p:sp>
      <p:sp>
        <p:nvSpPr>
          <p:cNvPr id="16" name="stat3"/>
          <p:cNvSpPr/>
          <p:nvPr>
            <p:ph idx="114" type="body" hasCustomPrompt="1"/>
          </p:nvPr>
        </p:nvSpPr>
        <p:spPr>
          <a:xfrm>
            <a:off x="6144768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937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7" name="stat3_caption"/>
          <p:cNvSpPr/>
          <p:nvPr>
            <p:ph idx="115" type="body" hasCustomPrompt="1"/>
          </p:nvPr>
        </p:nvSpPr>
        <p:spPr>
          <a:xfrm>
            <a:off x="6144768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8" name="stat3_context"/>
          <p:cNvSpPr/>
          <p:nvPr>
            <p:ph idx="116" type="body" hasCustomPrompt="1"/>
          </p:nvPr>
        </p:nvSpPr>
        <p:spPr>
          <a:xfrm>
            <a:off x="6144768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9" name="Shape 6"/>
          <p:cNvSpPr/>
          <p:nvPr/>
        </p:nvSpPr>
        <p:spPr>
          <a:xfrm>
            <a:off x="8942832" y="1691640"/>
            <a:ext cx="2651760" cy="0"/>
          </a:xfrm>
          <a:prstGeom prst="line">
            <a:avLst/>
          </a:prstGeom>
          <a:noFill/>
          <a:ln w="19050">
            <a:solidFill>
              <a:srgbClr val="93703A"/>
            </a:solidFill>
            <a:prstDash val="solid"/>
          </a:ln>
        </p:spPr>
      </p:sp>
      <p:sp>
        <p:nvSpPr>
          <p:cNvPr id="20" name="stat4"/>
          <p:cNvSpPr/>
          <p:nvPr>
            <p:ph idx="118" type="body" hasCustomPrompt="1"/>
          </p:nvPr>
        </p:nvSpPr>
        <p:spPr>
          <a:xfrm>
            <a:off x="8942832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937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1" name="stat4_caption"/>
          <p:cNvSpPr/>
          <p:nvPr>
            <p:ph idx="119" type="body" hasCustomPrompt="1"/>
          </p:nvPr>
        </p:nvSpPr>
        <p:spPr>
          <a:xfrm>
            <a:off x="8942832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2" name="stat4_context"/>
          <p:cNvSpPr/>
          <p:nvPr>
            <p:ph idx="120" type="body" hasCustomPrompt="1"/>
          </p:nvPr>
        </p:nvSpPr>
        <p:spPr>
          <a:xfrm>
            <a:off x="8942832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3" name="chart_label"/>
          <p:cNvSpPr/>
          <p:nvPr>
            <p:ph idx="121" type="body" hasCustomPrompt="1"/>
          </p:nvPr>
        </p:nvSpPr>
        <p:spPr>
          <a:xfrm>
            <a:off x="548640" y="34930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4" name="chart"/>
          <p:cNvSpPr/>
          <p:nvPr>
            <p:ph idx="122" type="chart" hasCustomPrompt="1"/>
          </p:nvPr>
        </p:nvSpPr>
        <p:spPr>
          <a:xfrm>
            <a:off x="457200" y="3767328"/>
            <a:ext cx="11183112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ource"/>
          <p:cNvSpPr/>
          <p:nvPr>
            <p:ph idx="123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keaway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chart_label"/>
          <p:cNvSpPr/>
          <p:nvPr>
            <p:ph idx="105" type="body" hasCustomPrompt="1"/>
          </p:nvPr>
        </p:nvSpPr>
        <p:spPr>
          <a:xfrm>
            <a:off x="548640" y="1645920"/>
            <a:ext cx="749808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chart"/>
          <p:cNvSpPr/>
          <p:nvPr>
            <p:ph idx="106" type="chart" hasCustomPrompt="1"/>
          </p:nvPr>
        </p:nvSpPr>
        <p:spPr>
          <a:xfrm>
            <a:off x="457200" y="1938528"/>
            <a:ext cx="758952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Shape 3"/>
          <p:cNvSpPr/>
          <p:nvPr/>
        </p:nvSpPr>
        <p:spPr>
          <a:xfrm>
            <a:off x="8275320" y="1645920"/>
            <a:ext cx="3364992" cy="3904488"/>
          </a:xfrm>
          <a:prstGeom prst="rect">
            <a:avLst/>
          </a:prstGeom>
          <a:solidFill>
            <a:srgbClr val="E8E2D2"/>
          </a:solidFill>
          <a:ln/>
        </p:spPr>
      </p:sp>
      <p:sp>
        <p:nvSpPr>
          <p:cNvPr id="10" name="Shape 4"/>
          <p:cNvSpPr/>
          <p:nvPr/>
        </p:nvSpPr>
        <p:spPr>
          <a:xfrm>
            <a:off x="8275320" y="1645920"/>
            <a:ext cx="3364992" cy="0"/>
          </a:xfrm>
          <a:prstGeom prst="line">
            <a:avLst/>
          </a:prstGeom>
          <a:noFill/>
          <a:ln w="38100">
            <a:solidFill>
              <a:srgbClr val="93703A"/>
            </a:solidFill>
            <a:prstDash val="solid"/>
          </a:ln>
        </p:spPr>
      </p:sp>
      <p:sp>
        <p:nvSpPr>
          <p:cNvPr id="11" name="takeaway"/>
          <p:cNvSpPr/>
          <p:nvPr>
            <p:ph idx="109" type="body" hasCustomPrompt="1"/>
          </p:nvPr>
        </p:nvSpPr>
        <p:spPr>
          <a:xfrm>
            <a:off x="8412480" y="1783080"/>
            <a:ext cx="3108960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harts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left_label"/>
          <p:cNvSpPr/>
          <p:nvPr>
            <p:ph idx="105" type="body" hasCustomPrompt="1"/>
          </p:nvPr>
        </p:nvSpPr>
        <p:spPr>
          <a:xfrm>
            <a:off x="548640" y="1645920"/>
            <a:ext cx="54864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left_chart"/>
          <p:cNvSpPr/>
          <p:nvPr>
            <p:ph idx="106" type="chart" hasCustomPrompt="1"/>
          </p:nvPr>
        </p:nvSpPr>
        <p:spPr>
          <a:xfrm>
            <a:off x="457200" y="1938528"/>
            <a:ext cx="562356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right_label"/>
          <p:cNvSpPr/>
          <p:nvPr>
            <p:ph idx="107" type="body" hasCustomPrompt="1"/>
          </p:nvPr>
        </p:nvSpPr>
        <p:spPr>
          <a:xfrm>
            <a:off x="6355080" y="1645920"/>
            <a:ext cx="53035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right_chart"/>
          <p:cNvSpPr/>
          <p:nvPr>
            <p:ph idx="108" type="chart" hasCustomPrompt="1"/>
          </p:nvPr>
        </p:nvSpPr>
        <p:spPr>
          <a:xfrm>
            <a:off x="6263640" y="1938528"/>
            <a:ext cx="5376672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1" name="source"/>
          <p:cNvSpPr/>
          <p:nvPr>
            <p:ph idx="109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ble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chart_label"/>
          <p:cNvSpPr/>
          <p:nvPr>
            <p:ph idx="105" type="body" hasCustomPrompt="1"/>
          </p:nvPr>
        </p:nvSpPr>
        <p:spPr>
          <a:xfrm>
            <a:off x="548640" y="1645920"/>
            <a:ext cx="66751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chart"/>
          <p:cNvSpPr/>
          <p:nvPr>
            <p:ph idx="106" type="chart" hasCustomPrompt="1"/>
          </p:nvPr>
        </p:nvSpPr>
        <p:spPr>
          <a:xfrm>
            <a:off x="457200" y="1938528"/>
            <a:ext cx="676656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table_label"/>
          <p:cNvSpPr/>
          <p:nvPr>
            <p:ph idx="107" type="body" hasCustomPrompt="1"/>
          </p:nvPr>
        </p:nvSpPr>
        <p:spPr>
          <a:xfrm>
            <a:off x="7498080" y="1645920"/>
            <a:ext cx="4114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table"/>
          <p:cNvSpPr/>
          <p:nvPr>
            <p:ph idx="108" type="body" hasCustomPrompt="1"/>
          </p:nvPr>
        </p:nvSpPr>
        <p:spPr>
          <a:xfrm>
            <a:off x="7498080" y="1938528"/>
            <a:ext cx="4142232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1" name="source"/>
          <p:cNvSpPr/>
          <p:nvPr>
            <p:ph idx="109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ed pillars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48640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937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548640" y="2560320"/>
            <a:ext cx="3520440" cy="0"/>
          </a:xfrm>
          <a:prstGeom prst="line">
            <a:avLst/>
          </a:prstGeom>
          <a:noFill/>
          <a:ln w="12700">
            <a:solidFill>
              <a:srgbClr val="D6CFBE"/>
            </a:solidFill>
            <a:prstDash val="solid"/>
          </a:ln>
        </p:spPr>
      </p:sp>
      <p:sp>
        <p:nvSpPr>
          <p:cNvPr id="9" name="pillar1_head"/>
          <p:cNvSpPr/>
          <p:nvPr>
            <p:ph idx="107" type="body" hasCustomPrompt="1"/>
          </p:nvPr>
        </p:nvSpPr>
        <p:spPr>
          <a:xfrm>
            <a:off x="548640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0" name="pillar1_body"/>
          <p:cNvSpPr/>
          <p:nvPr>
            <p:ph idx="108" type="body" hasCustomPrompt="1"/>
          </p:nvPr>
        </p:nvSpPr>
        <p:spPr>
          <a:xfrm>
            <a:off x="548640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4279392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937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Shape 6"/>
          <p:cNvSpPr/>
          <p:nvPr/>
        </p:nvSpPr>
        <p:spPr>
          <a:xfrm>
            <a:off x="4279392" y="2560320"/>
            <a:ext cx="3520440" cy="0"/>
          </a:xfrm>
          <a:prstGeom prst="line">
            <a:avLst/>
          </a:prstGeom>
          <a:noFill/>
          <a:ln w="12700">
            <a:solidFill>
              <a:srgbClr val="D6CFBE"/>
            </a:solidFill>
            <a:prstDash val="solid"/>
          </a:ln>
        </p:spPr>
      </p:sp>
      <p:sp>
        <p:nvSpPr>
          <p:cNvPr id="13" name="pillar2_head"/>
          <p:cNvSpPr/>
          <p:nvPr>
            <p:ph idx="111" type="body" hasCustomPrompt="1"/>
          </p:nvPr>
        </p:nvSpPr>
        <p:spPr>
          <a:xfrm>
            <a:off x="4279392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4" name="pillar2_body"/>
          <p:cNvSpPr/>
          <p:nvPr>
            <p:ph idx="112" type="body" hasCustomPrompt="1"/>
          </p:nvPr>
        </p:nvSpPr>
        <p:spPr>
          <a:xfrm>
            <a:off x="4279392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8010144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937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Shape 8"/>
          <p:cNvSpPr/>
          <p:nvPr/>
        </p:nvSpPr>
        <p:spPr>
          <a:xfrm>
            <a:off x="8010144" y="2560320"/>
            <a:ext cx="3520440" cy="0"/>
          </a:xfrm>
          <a:prstGeom prst="line">
            <a:avLst/>
          </a:prstGeom>
          <a:noFill/>
          <a:ln w="12700">
            <a:solidFill>
              <a:srgbClr val="D6CFBE"/>
            </a:solidFill>
            <a:prstDash val="solid"/>
          </a:ln>
        </p:spPr>
      </p:sp>
      <p:sp>
        <p:nvSpPr>
          <p:cNvPr id="17" name="pillar3_head"/>
          <p:cNvSpPr/>
          <p:nvPr>
            <p:ph idx="115" type="body" hasCustomPrompt="1"/>
          </p:nvPr>
        </p:nvSpPr>
        <p:spPr>
          <a:xfrm>
            <a:off x="8010144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8" name="pillar3_body"/>
          <p:cNvSpPr/>
          <p:nvPr>
            <p:ph idx="116" type="body" hasCustomPrompt="1"/>
          </p:nvPr>
        </p:nvSpPr>
        <p:spPr>
          <a:xfrm>
            <a:off x="8010144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tep1_when"/>
          <p:cNvSpPr/>
          <p:nvPr>
            <p:ph idx="105" type="body" hasCustomPrompt="1"/>
          </p:nvPr>
        </p:nvSpPr>
        <p:spPr>
          <a:xfrm>
            <a:off x="54864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8" name="step1_head"/>
          <p:cNvSpPr/>
          <p:nvPr>
            <p:ph idx="106" type="body" hasCustomPrompt="1"/>
          </p:nvPr>
        </p:nvSpPr>
        <p:spPr>
          <a:xfrm>
            <a:off x="54864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9" name="step1_body"/>
          <p:cNvSpPr/>
          <p:nvPr>
            <p:ph idx="107" type="body" hasCustomPrompt="1"/>
          </p:nvPr>
        </p:nvSpPr>
        <p:spPr>
          <a:xfrm>
            <a:off x="54864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0" name="step2_when"/>
          <p:cNvSpPr/>
          <p:nvPr>
            <p:ph idx="108" type="body" hasCustomPrompt="1"/>
          </p:nvPr>
        </p:nvSpPr>
        <p:spPr>
          <a:xfrm>
            <a:off x="278892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1" name="step2_head"/>
          <p:cNvSpPr/>
          <p:nvPr>
            <p:ph idx="109" type="body" hasCustomPrompt="1"/>
          </p:nvPr>
        </p:nvSpPr>
        <p:spPr>
          <a:xfrm>
            <a:off x="278892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2" name="step2_body"/>
          <p:cNvSpPr/>
          <p:nvPr>
            <p:ph idx="110" type="body" hasCustomPrompt="1"/>
          </p:nvPr>
        </p:nvSpPr>
        <p:spPr>
          <a:xfrm>
            <a:off x="278892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3" name="step3_when"/>
          <p:cNvSpPr/>
          <p:nvPr>
            <p:ph idx="111" type="body" hasCustomPrompt="1"/>
          </p:nvPr>
        </p:nvSpPr>
        <p:spPr>
          <a:xfrm>
            <a:off x="502920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4" name="step3_head"/>
          <p:cNvSpPr/>
          <p:nvPr>
            <p:ph idx="112" type="body" hasCustomPrompt="1"/>
          </p:nvPr>
        </p:nvSpPr>
        <p:spPr>
          <a:xfrm>
            <a:off x="502920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5" name="step3_body"/>
          <p:cNvSpPr/>
          <p:nvPr>
            <p:ph idx="113" type="body" hasCustomPrompt="1"/>
          </p:nvPr>
        </p:nvSpPr>
        <p:spPr>
          <a:xfrm>
            <a:off x="502920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6" name="step4_when"/>
          <p:cNvSpPr/>
          <p:nvPr>
            <p:ph idx="114" type="body" hasCustomPrompt="1"/>
          </p:nvPr>
        </p:nvSpPr>
        <p:spPr>
          <a:xfrm>
            <a:off x="726948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7" name="step4_head"/>
          <p:cNvSpPr/>
          <p:nvPr>
            <p:ph idx="115" type="body" hasCustomPrompt="1"/>
          </p:nvPr>
        </p:nvSpPr>
        <p:spPr>
          <a:xfrm>
            <a:off x="726948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8" name="step4_body"/>
          <p:cNvSpPr/>
          <p:nvPr>
            <p:ph idx="116" type="body" hasCustomPrompt="1"/>
          </p:nvPr>
        </p:nvSpPr>
        <p:spPr>
          <a:xfrm>
            <a:off x="726948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9" name="step5_when"/>
          <p:cNvSpPr/>
          <p:nvPr>
            <p:ph idx="117" type="body" hasCustomPrompt="1"/>
          </p:nvPr>
        </p:nvSpPr>
        <p:spPr>
          <a:xfrm>
            <a:off x="950976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0" name="step5_head"/>
          <p:cNvSpPr/>
          <p:nvPr>
            <p:ph idx="118" type="body" hasCustomPrompt="1"/>
          </p:nvPr>
        </p:nvSpPr>
        <p:spPr>
          <a:xfrm>
            <a:off x="950976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1" name="step5_body"/>
          <p:cNvSpPr/>
          <p:nvPr>
            <p:ph idx="119" type="body" hasCustomPrompt="1"/>
          </p:nvPr>
        </p:nvSpPr>
        <p:spPr>
          <a:xfrm>
            <a:off x="950976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gnal cards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548640" y="1645920"/>
            <a:ext cx="3611880" cy="1783080"/>
          </a:xfrm>
          <a:prstGeom prst="rect">
            <a:avLst/>
          </a:prstGeom>
          <a:solidFill>
            <a:srgbClr val="FBF9F3"/>
          </a:solidFill>
          <a:ln w="9525">
            <a:solidFill>
              <a:srgbClr val="D6CFBE"/>
            </a:solidFill>
            <a:prstDash val="solid"/>
          </a:ln>
        </p:spPr>
      </p:sp>
      <p:sp>
        <p:nvSpPr>
          <p:cNvPr id="8" name="card1"/>
          <p:cNvSpPr/>
          <p:nvPr>
            <p:ph idx="106" type="body" hasCustomPrompt="1"/>
          </p:nvPr>
        </p:nvSpPr>
        <p:spPr>
          <a:xfrm>
            <a:off x="676656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4279392" y="1645920"/>
            <a:ext cx="3611880" cy="1783080"/>
          </a:xfrm>
          <a:prstGeom prst="rect">
            <a:avLst/>
          </a:prstGeom>
          <a:solidFill>
            <a:srgbClr val="FBF9F3"/>
          </a:solidFill>
          <a:ln w="9525">
            <a:solidFill>
              <a:srgbClr val="D6CFBE"/>
            </a:solidFill>
            <a:prstDash val="solid"/>
          </a:ln>
        </p:spPr>
      </p:sp>
      <p:sp>
        <p:nvSpPr>
          <p:cNvPr id="10" name="card2"/>
          <p:cNvSpPr/>
          <p:nvPr>
            <p:ph idx="108" type="body" hasCustomPrompt="1"/>
          </p:nvPr>
        </p:nvSpPr>
        <p:spPr>
          <a:xfrm>
            <a:off x="4407408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Shape 5"/>
          <p:cNvSpPr/>
          <p:nvPr/>
        </p:nvSpPr>
        <p:spPr>
          <a:xfrm>
            <a:off x="8010144" y="1645920"/>
            <a:ext cx="3611880" cy="1783080"/>
          </a:xfrm>
          <a:prstGeom prst="rect">
            <a:avLst/>
          </a:prstGeom>
          <a:solidFill>
            <a:srgbClr val="FBF9F3"/>
          </a:solidFill>
          <a:ln w="9525">
            <a:solidFill>
              <a:srgbClr val="D6CFBE"/>
            </a:solidFill>
            <a:prstDash val="solid"/>
          </a:ln>
        </p:spPr>
      </p:sp>
      <p:sp>
        <p:nvSpPr>
          <p:cNvPr id="12" name="card3"/>
          <p:cNvSpPr/>
          <p:nvPr>
            <p:ph idx="110" type="body" hasCustomPrompt="1"/>
          </p:nvPr>
        </p:nvSpPr>
        <p:spPr>
          <a:xfrm>
            <a:off x="8138160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3" name="Shape 6"/>
          <p:cNvSpPr/>
          <p:nvPr/>
        </p:nvSpPr>
        <p:spPr>
          <a:xfrm>
            <a:off x="548640" y="3547872"/>
            <a:ext cx="3611880" cy="1783080"/>
          </a:xfrm>
          <a:prstGeom prst="rect">
            <a:avLst/>
          </a:prstGeom>
          <a:solidFill>
            <a:srgbClr val="FBF9F3"/>
          </a:solidFill>
          <a:ln w="9525">
            <a:solidFill>
              <a:srgbClr val="D6CFBE"/>
            </a:solidFill>
            <a:prstDash val="solid"/>
          </a:ln>
        </p:spPr>
      </p:sp>
      <p:sp>
        <p:nvSpPr>
          <p:cNvPr id="14" name="card4"/>
          <p:cNvSpPr/>
          <p:nvPr>
            <p:ph idx="112" type="body" hasCustomPrompt="1"/>
          </p:nvPr>
        </p:nvSpPr>
        <p:spPr>
          <a:xfrm>
            <a:off x="676656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5" name="Shape 7"/>
          <p:cNvSpPr/>
          <p:nvPr/>
        </p:nvSpPr>
        <p:spPr>
          <a:xfrm>
            <a:off x="4279392" y="3547872"/>
            <a:ext cx="3611880" cy="1783080"/>
          </a:xfrm>
          <a:prstGeom prst="rect">
            <a:avLst/>
          </a:prstGeom>
          <a:solidFill>
            <a:srgbClr val="FBF9F3"/>
          </a:solidFill>
          <a:ln w="9525">
            <a:solidFill>
              <a:srgbClr val="D6CFBE"/>
            </a:solidFill>
            <a:prstDash val="solid"/>
          </a:ln>
        </p:spPr>
      </p:sp>
      <p:sp>
        <p:nvSpPr>
          <p:cNvPr id="16" name="card5"/>
          <p:cNvSpPr/>
          <p:nvPr>
            <p:ph idx="114" type="body" hasCustomPrompt="1"/>
          </p:nvPr>
        </p:nvSpPr>
        <p:spPr>
          <a:xfrm>
            <a:off x="4407408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7" name="Shape 8"/>
          <p:cNvSpPr/>
          <p:nvPr/>
        </p:nvSpPr>
        <p:spPr>
          <a:xfrm>
            <a:off x="8010144" y="3547872"/>
            <a:ext cx="3611880" cy="1783080"/>
          </a:xfrm>
          <a:prstGeom prst="rect">
            <a:avLst/>
          </a:prstGeom>
          <a:solidFill>
            <a:srgbClr val="FBF9F3"/>
          </a:solidFill>
          <a:ln w="9525">
            <a:solidFill>
              <a:srgbClr val="D6CFBE"/>
            </a:solidFill>
            <a:prstDash val="solid"/>
          </a:ln>
        </p:spPr>
      </p:sp>
      <p:sp>
        <p:nvSpPr>
          <p:cNvPr id="18" name="card6"/>
          <p:cNvSpPr/>
          <p:nvPr>
            <p:ph idx="116" type="body" hasCustomPrompt="1"/>
          </p:nvPr>
        </p:nvSpPr>
        <p:spPr>
          <a:xfrm>
            <a:off x="8138160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9" name="talk"/>
          <p:cNvSpPr/>
          <p:nvPr>
            <p:ph idx="117" type="body" hasCustomPrompt="1"/>
          </p:nvPr>
        </p:nvSpPr>
        <p:spPr>
          <a:xfrm>
            <a:off x="548640" y="5513832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s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body"/>
          <p:cNvSpPr/>
          <p:nvPr>
            <p:ph idx="105" type="body" hasCustomPrompt="1"/>
          </p:nvPr>
        </p:nvSpPr>
        <p:spPr>
          <a:xfrm>
            <a:off x="548640" y="1645920"/>
            <a:ext cx="11064240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brief template (forest-cream)</dc:title>
  <dc:subject>PptxGenJS Presentation</dc:subject>
  <dc:creator>PptxGenJS</dc:creator>
  <cp:lastModifiedBy>PptxGenJS</cp:lastModifiedBy>
  <cp:revision>1</cp:revision>
  <dcterms:created xsi:type="dcterms:W3CDTF">2026-10-10T13:15:17Z</dcterms:created>
  <dcterms:modified xsi:type="dcterms:W3CDTF">2026-10-10T13:15:17Z</dcterms:modified>
</cp:coreProperties>
</file>