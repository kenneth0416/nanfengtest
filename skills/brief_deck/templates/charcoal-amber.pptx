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B9B5A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B9B5A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B9B5A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B9B5A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9B5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E0A43A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E0A43A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E0A43A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E0A43A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E0A43A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9A968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34343A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34343A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E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34343A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1C1C20"/>
          </a:solidFill>
          <a:ln w="9525">
            <a:solidFill>
              <a:srgbClr val="34343A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1C1C20"/>
          </a:solidFill>
          <a:ln w="9525">
            <a:solidFill>
              <a:srgbClr val="34343A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1C1C20"/>
          </a:solidFill>
          <a:ln w="9525">
            <a:solidFill>
              <a:srgbClr val="34343A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1C1C20"/>
          </a:solidFill>
          <a:ln w="9525">
            <a:solidFill>
              <a:srgbClr val="34343A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1C1C20"/>
          </a:solidFill>
          <a:ln w="9525">
            <a:solidFill>
              <a:srgbClr val="34343A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1C1C20"/>
          </a:solidFill>
          <a:ln w="9525">
            <a:solidFill>
              <a:srgbClr val="34343A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E0A43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E0A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34343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968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brief template (charcoal-amber)</dc:title>
  <dc:subject>PptxGenJS Presentation</dc:subject>
  <dc:creator>PptxGenJS</dc:creator>
  <cp:lastModifiedBy>PptxGenJS</cp:lastModifiedBy>
  <cp:revision>1</cp:revision>
  <dcterms:created xsi:type="dcterms:W3CDTF">2026-10-10T13:15:17Z</dcterms:created>
  <dcterms:modified xsi:type="dcterms:W3CDTF">2026-10-10T13:15:17Z</dcterms:modified>
</cp:coreProperties>
</file>