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/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title"/>
          <p:cNvSpPr/>
          <p:nvPr>
            <p:ph idx="101" type="title" hasCustomPrompt="1"/>
          </p:nvPr>
        </p:nvSpPr>
        <p:spPr>
          <a:xfrm>
            <a:off x="640080" y="82296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subtitle"/>
          <p:cNvSpPr/>
          <p:nvPr>
            <p:ph idx="102" type="body" hasCustomPrompt="1"/>
          </p:nvPr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5" name="headline"/>
          <p:cNvSpPr/>
          <p:nvPr>
            <p:ph idx="103" type="body" hasCustomPrompt="1"/>
          </p:nvPr>
        </p:nvSpPr>
        <p:spPr>
          <a:xfrm>
            <a:off x="640080" y="2286000"/>
            <a:ext cx="108813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6" name="Shape 0"/>
          <p:cNvSpPr/>
          <p:nvPr/>
        </p:nvSpPr>
        <p:spPr>
          <a:xfrm>
            <a:off x="640080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7" name="kpi1"/>
          <p:cNvSpPr/>
          <p:nvPr>
            <p:ph idx="105" type="body" hasCustomPrompt="1"/>
          </p:nvPr>
        </p:nvSpPr>
        <p:spPr>
          <a:xfrm>
            <a:off x="640080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8" name="Shape 1"/>
          <p:cNvSpPr/>
          <p:nvPr/>
        </p:nvSpPr>
        <p:spPr>
          <a:xfrm>
            <a:off x="3410712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9" name="kpi2"/>
          <p:cNvSpPr/>
          <p:nvPr>
            <p:ph idx="107" type="body" hasCustomPrompt="1"/>
          </p:nvPr>
        </p:nvSpPr>
        <p:spPr>
          <a:xfrm>
            <a:off x="3410712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0" name="Shape 2"/>
          <p:cNvSpPr/>
          <p:nvPr/>
        </p:nvSpPr>
        <p:spPr>
          <a:xfrm>
            <a:off x="6181344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11" name="kpi3"/>
          <p:cNvSpPr/>
          <p:nvPr>
            <p:ph idx="109" type="body" hasCustomPrompt="1"/>
          </p:nvPr>
        </p:nvSpPr>
        <p:spPr>
          <a:xfrm>
            <a:off x="6181344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Shape 3"/>
          <p:cNvSpPr/>
          <p:nvPr/>
        </p:nvSpPr>
        <p:spPr>
          <a:xfrm>
            <a:off x="8951976" y="4069080"/>
            <a:ext cx="260604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13" name="kpi4"/>
          <p:cNvSpPr/>
          <p:nvPr>
            <p:ph idx="111" type="body" hasCustomPrompt="1"/>
          </p:nvPr>
        </p:nvSpPr>
        <p:spPr>
          <a:xfrm>
            <a:off x="8951976" y="4160520"/>
            <a:ext cx="2606040" cy="1508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4" name="caveat"/>
          <p:cNvSpPr/>
          <p:nvPr>
            <p:ph idx="112" type="body" hasCustomPrompt="1"/>
          </p:nvPr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2697480"/>
            <a:ext cx="91440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3" name="eyebrow"/>
          <p:cNvSpPr/>
          <p:nvPr>
            <p:ph idx="101" type="body" hasCustomPrompt="1"/>
          </p:nvPr>
        </p:nvSpPr>
        <p:spPr>
          <a:xfrm>
            <a:off x="64008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" name="title"/>
          <p:cNvSpPr/>
          <p:nvPr>
            <p:ph idx="102" type="title" hasCustomPrompt="1"/>
          </p:nvPr>
        </p:nvSpPr>
        <p:spPr>
          <a:xfrm>
            <a:off x="640080" y="28346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body"/>
          <p:cNvSpPr/>
          <p:nvPr>
            <p:ph idx="103" type="body" hasCustomPrompt="1"/>
          </p:nvPr>
        </p:nvSpPr>
        <p:spPr>
          <a:xfrm>
            <a:off x="640080" y="384048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/>
          <p:nvPr>
            <p:ph idx="100" type="body" hasCustomPrompt="1"/>
          </p:nvPr>
        </p:nvSpPr>
        <p:spPr>
          <a:xfrm>
            <a:off x="822960" y="1234440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3" name="Shape 0"/>
          <p:cNvSpPr/>
          <p:nvPr/>
        </p:nvSpPr>
        <p:spPr>
          <a:xfrm>
            <a:off x="822960" y="1645920"/>
            <a:ext cx="731520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4" name="statement"/>
          <p:cNvSpPr/>
          <p:nvPr>
            <p:ph idx="102" type="body" hasCustomPrompt="1"/>
          </p:nvPr>
        </p:nvSpPr>
        <p:spPr>
          <a:xfrm>
            <a:off x="822960" y="1874520"/>
            <a:ext cx="105156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5" name="attribution"/>
          <p:cNvSpPr/>
          <p:nvPr>
            <p:ph idx="103" type="body" hasCustomPrompt="1"/>
          </p:nvPr>
        </p:nvSpPr>
        <p:spPr>
          <a:xfrm>
            <a:off x="822960" y="4023360"/>
            <a:ext cx="10515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6" name="Text 1"/>
          <p:cNvSpPr/>
          <p:nvPr/>
        </p:nvSpPr>
        <p:spPr>
          <a:xfrm>
            <a:off x="822960" y="6400800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C7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ro numb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hero"/>
          <p:cNvSpPr/>
          <p:nvPr>
            <p:ph idx="106" type="body" hasCustomPrompt="1"/>
          </p:nvPr>
        </p:nvSpPr>
        <p:spPr>
          <a:xfrm>
            <a:off x="548640" y="1691640"/>
            <a:ext cx="39319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9" name="hero_caption"/>
          <p:cNvSpPr/>
          <p:nvPr>
            <p:ph idx="107" type="body" hasCustomPrompt="1"/>
          </p:nvPr>
        </p:nvSpPr>
        <p:spPr>
          <a:xfrm>
            <a:off x="548640" y="2926080"/>
            <a:ext cx="39319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hero_context"/>
          <p:cNvSpPr/>
          <p:nvPr>
            <p:ph idx="108" type="body" hasCustomPrompt="1"/>
          </p:nvPr>
        </p:nvSpPr>
        <p:spPr>
          <a:xfrm>
            <a:off x="548640" y="3337560"/>
            <a:ext cx="393192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1" name="chart_label"/>
          <p:cNvSpPr/>
          <p:nvPr>
            <p:ph idx="109" type="body" hasCustomPrompt="1"/>
          </p:nvPr>
        </p:nvSpPr>
        <p:spPr>
          <a:xfrm>
            <a:off x="4846320" y="1645920"/>
            <a:ext cx="676656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chart"/>
          <p:cNvSpPr/>
          <p:nvPr>
            <p:ph idx="110" type="chart" hasCustomPrompt="1"/>
          </p:nvPr>
        </p:nvSpPr>
        <p:spPr>
          <a:xfrm>
            <a:off x="4754880" y="1938528"/>
            <a:ext cx="688543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3" name="source"/>
          <p:cNvSpPr/>
          <p:nvPr>
            <p:ph idx="111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 row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48640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9" name="stat1"/>
          <p:cNvSpPr/>
          <p:nvPr>
            <p:ph idx="107" type="body" hasCustomPrompt="1"/>
          </p:nvPr>
        </p:nvSpPr>
        <p:spPr>
          <a:xfrm>
            <a:off x="548640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0" name="stat1_caption"/>
          <p:cNvSpPr/>
          <p:nvPr>
            <p:ph idx="108" type="body" hasCustomPrompt="1"/>
          </p:nvPr>
        </p:nvSpPr>
        <p:spPr>
          <a:xfrm>
            <a:off x="548640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1" name="stat1_context"/>
          <p:cNvSpPr/>
          <p:nvPr>
            <p:ph idx="109" type="body" hasCustomPrompt="1"/>
          </p:nvPr>
        </p:nvSpPr>
        <p:spPr>
          <a:xfrm>
            <a:off x="548640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Shape 5"/>
          <p:cNvSpPr/>
          <p:nvPr/>
        </p:nvSpPr>
        <p:spPr>
          <a:xfrm>
            <a:off x="3346704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13" name="stat2"/>
          <p:cNvSpPr/>
          <p:nvPr>
            <p:ph idx="111" type="body" hasCustomPrompt="1"/>
          </p:nvPr>
        </p:nvSpPr>
        <p:spPr>
          <a:xfrm>
            <a:off x="3346704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4" name="stat2_caption"/>
          <p:cNvSpPr/>
          <p:nvPr>
            <p:ph idx="112" type="body" hasCustomPrompt="1"/>
          </p:nvPr>
        </p:nvSpPr>
        <p:spPr>
          <a:xfrm>
            <a:off x="3346704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5" name="stat2_context"/>
          <p:cNvSpPr/>
          <p:nvPr>
            <p:ph idx="113" type="body" hasCustomPrompt="1"/>
          </p:nvPr>
        </p:nvSpPr>
        <p:spPr>
          <a:xfrm>
            <a:off x="3346704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6"/>
          <p:cNvSpPr/>
          <p:nvPr/>
        </p:nvSpPr>
        <p:spPr>
          <a:xfrm>
            <a:off x="6144768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17" name="stat3"/>
          <p:cNvSpPr/>
          <p:nvPr>
            <p:ph idx="115" type="body" hasCustomPrompt="1"/>
          </p:nvPr>
        </p:nvSpPr>
        <p:spPr>
          <a:xfrm>
            <a:off x="6144768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18" name="stat3_caption"/>
          <p:cNvSpPr/>
          <p:nvPr>
            <p:ph idx="116" type="body" hasCustomPrompt="1"/>
          </p:nvPr>
        </p:nvSpPr>
        <p:spPr>
          <a:xfrm>
            <a:off x="6144768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9" name="stat3_context"/>
          <p:cNvSpPr/>
          <p:nvPr>
            <p:ph idx="117" type="body" hasCustomPrompt="1"/>
          </p:nvPr>
        </p:nvSpPr>
        <p:spPr>
          <a:xfrm>
            <a:off x="6144768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Shape 7"/>
          <p:cNvSpPr/>
          <p:nvPr/>
        </p:nvSpPr>
        <p:spPr>
          <a:xfrm>
            <a:off x="8942832" y="1691640"/>
            <a:ext cx="2651760" cy="0"/>
          </a:xfrm>
          <a:prstGeom prst="line">
            <a:avLst/>
          </a:prstGeom>
          <a:noFill/>
          <a:ln w="19050">
            <a:solidFill>
              <a:srgbClr val="B3202A"/>
            </a:solidFill>
            <a:prstDash val="solid"/>
          </a:ln>
        </p:spPr>
      </p:sp>
      <p:sp>
        <p:nvSpPr>
          <p:cNvPr id="21" name="stat4"/>
          <p:cNvSpPr/>
          <p:nvPr>
            <p:ph idx="119" type="body" hasCustomPrompt="1"/>
          </p:nvPr>
        </p:nvSpPr>
        <p:spPr>
          <a:xfrm>
            <a:off x="8942832" y="1783080"/>
            <a:ext cx="26517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2" name="stat4_caption"/>
          <p:cNvSpPr/>
          <p:nvPr>
            <p:ph idx="120" type="body" hasCustomPrompt="1"/>
          </p:nvPr>
        </p:nvSpPr>
        <p:spPr>
          <a:xfrm>
            <a:off x="8942832" y="2560320"/>
            <a:ext cx="2651760" cy="38404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9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23" name="stat4_context"/>
          <p:cNvSpPr/>
          <p:nvPr>
            <p:ph idx="121" type="body" hasCustomPrompt="1"/>
          </p:nvPr>
        </p:nvSpPr>
        <p:spPr>
          <a:xfrm>
            <a:off x="8942832" y="2962656"/>
            <a:ext cx="2651760" cy="43891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4" name="chart_label"/>
          <p:cNvSpPr/>
          <p:nvPr>
            <p:ph idx="122" type="body" hasCustomPrompt="1"/>
          </p:nvPr>
        </p:nvSpPr>
        <p:spPr>
          <a:xfrm>
            <a:off x="548640" y="3493008"/>
            <a:ext cx="1106424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chart"/>
          <p:cNvSpPr/>
          <p:nvPr>
            <p:ph idx="123" type="chart" hasCustomPrompt="1"/>
          </p:nvPr>
        </p:nvSpPr>
        <p:spPr>
          <a:xfrm>
            <a:off x="457200" y="3767328"/>
            <a:ext cx="11183112" cy="1783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6" name="source"/>
          <p:cNvSpPr/>
          <p:nvPr>
            <p:ph idx="124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keawa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chart_label"/>
          <p:cNvSpPr/>
          <p:nvPr>
            <p:ph idx="106" type="body" hasCustomPrompt="1"/>
          </p:nvPr>
        </p:nvSpPr>
        <p:spPr>
          <a:xfrm>
            <a:off x="548640" y="1645920"/>
            <a:ext cx="749808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chart"/>
          <p:cNvSpPr/>
          <p:nvPr>
            <p:ph idx="107" type="chart" hasCustomPrompt="1"/>
          </p:nvPr>
        </p:nvSpPr>
        <p:spPr>
          <a:xfrm>
            <a:off x="457200" y="1938528"/>
            <a:ext cx="758952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Shape 4"/>
          <p:cNvSpPr/>
          <p:nvPr/>
        </p:nvSpPr>
        <p:spPr>
          <a:xfrm>
            <a:off x="8275320" y="1645920"/>
            <a:ext cx="3364992" cy="390448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1" name="Shape 5"/>
          <p:cNvSpPr/>
          <p:nvPr/>
        </p:nvSpPr>
        <p:spPr>
          <a:xfrm>
            <a:off x="8275320" y="1645920"/>
            <a:ext cx="3364992" cy="0"/>
          </a:xfrm>
          <a:prstGeom prst="line">
            <a:avLst/>
          </a:prstGeom>
          <a:noFill/>
          <a:ln w="38100">
            <a:solidFill>
              <a:srgbClr val="B3202A"/>
            </a:solidFill>
            <a:prstDash val="solid"/>
          </a:ln>
        </p:spPr>
      </p:sp>
      <p:sp>
        <p:nvSpPr>
          <p:cNvPr id="12" name="takeaway"/>
          <p:cNvSpPr/>
          <p:nvPr>
            <p:ph idx="110" type="body" hasCustomPrompt="1"/>
          </p:nvPr>
        </p:nvSpPr>
        <p:spPr>
          <a:xfrm>
            <a:off x="8412480" y="1783080"/>
            <a:ext cx="3108960" cy="3657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3" name="source"/>
          <p:cNvSpPr/>
          <p:nvPr>
            <p:ph idx="111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hart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left_label"/>
          <p:cNvSpPr/>
          <p:nvPr>
            <p:ph idx="106" type="body" hasCustomPrompt="1"/>
          </p:nvPr>
        </p:nvSpPr>
        <p:spPr>
          <a:xfrm>
            <a:off x="548640" y="1645920"/>
            <a:ext cx="5486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left_chart"/>
          <p:cNvSpPr/>
          <p:nvPr>
            <p:ph idx="107" type="chart" hasCustomPrompt="1"/>
          </p:nvPr>
        </p:nvSpPr>
        <p:spPr>
          <a:xfrm>
            <a:off x="457200" y="1938528"/>
            <a:ext cx="5623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right_label"/>
          <p:cNvSpPr/>
          <p:nvPr>
            <p:ph idx="108" type="body" hasCustomPrompt="1"/>
          </p:nvPr>
        </p:nvSpPr>
        <p:spPr>
          <a:xfrm>
            <a:off x="6355080" y="1645920"/>
            <a:ext cx="53035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right_chart"/>
          <p:cNvSpPr/>
          <p:nvPr>
            <p:ph idx="109" type="chart" hasCustomPrompt="1"/>
          </p:nvPr>
        </p:nvSpPr>
        <p:spPr>
          <a:xfrm>
            <a:off x="6263640" y="1938528"/>
            <a:ext cx="5376672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 + tab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chart_label"/>
          <p:cNvSpPr/>
          <p:nvPr>
            <p:ph idx="106" type="body" hasCustomPrompt="1"/>
          </p:nvPr>
        </p:nvSpPr>
        <p:spPr>
          <a:xfrm>
            <a:off x="548640" y="1645920"/>
            <a:ext cx="667512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9" name="chart"/>
          <p:cNvSpPr/>
          <p:nvPr>
            <p:ph idx="107" type="chart" hasCustomPrompt="1"/>
          </p:nvPr>
        </p:nvSpPr>
        <p:spPr>
          <a:xfrm>
            <a:off x="457200" y="1938528"/>
            <a:ext cx="6766560" cy="3611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0" name="table_label"/>
          <p:cNvSpPr/>
          <p:nvPr>
            <p:ph idx="108" type="body" hasCustomPrompt="1"/>
          </p:nvPr>
        </p:nvSpPr>
        <p:spPr>
          <a:xfrm>
            <a:off x="7498080" y="1645920"/>
            <a:ext cx="41148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1" name="table"/>
          <p:cNvSpPr/>
          <p:nvPr>
            <p:ph idx="109" type="body" hasCustomPrompt="1"/>
          </p:nvPr>
        </p:nvSpPr>
        <p:spPr>
          <a:xfrm>
            <a:off x="7498080" y="1938528"/>
            <a:ext cx="4142232" cy="2743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12" name="source"/>
          <p:cNvSpPr/>
          <p:nvPr>
            <p:ph idx="110" type="body" hasCustomPrompt="1"/>
          </p:nvPr>
        </p:nvSpPr>
        <p:spPr>
          <a:xfrm>
            <a:off x="548640" y="6217920"/>
            <a:ext cx="11064240" cy="219456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ed pillar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548640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9" name="Shape 5"/>
          <p:cNvSpPr/>
          <p:nvPr/>
        </p:nvSpPr>
        <p:spPr>
          <a:xfrm>
            <a:off x="548640" y="256032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pillar1_head"/>
          <p:cNvSpPr/>
          <p:nvPr>
            <p:ph idx="108" type="body" hasCustomPrompt="1"/>
          </p:nvPr>
        </p:nvSpPr>
        <p:spPr>
          <a:xfrm>
            <a:off x="548640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1" name="pillar1_body"/>
          <p:cNvSpPr/>
          <p:nvPr>
            <p:ph idx="109" type="body" hasCustomPrompt="1"/>
          </p:nvPr>
        </p:nvSpPr>
        <p:spPr>
          <a:xfrm>
            <a:off x="548640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279392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3" name="Shape 7"/>
          <p:cNvSpPr/>
          <p:nvPr/>
        </p:nvSpPr>
        <p:spPr>
          <a:xfrm>
            <a:off x="4279392" y="256032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4" name="pillar2_head"/>
          <p:cNvSpPr/>
          <p:nvPr>
            <p:ph idx="112" type="body" hasCustomPrompt="1"/>
          </p:nvPr>
        </p:nvSpPr>
        <p:spPr>
          <a:xfrm>
            <a:off x="4279392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5" name="pillar2_body"/>
          <p:cNvSpPr/>
          <p:nvPr>
            <p:ph idx="113" type="body" hasCustomPrompt="1"/>
          </p:nvPr>
        </p:nvSpPr>
        <p:spPr>
          <a:xfrm>
            <a:off x="4279392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16" name="Text 8"/>
          <p:cNvSpPr/>
          <p:nvPr/>
        </p:nvSpPr>
        <p:spPr>
          <a:xfrm>
            <a:off x="8010144" y="160020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800" b="1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17" name="Shape 9"/>
          <p:cNvSpPr/>
          <p:nvPr/>
        </p:nvSpPr>
        <p:spPr>
          <a:xfrm>
            <a:off x="8010144" y="2560320"/>
            <a:ext cx="352044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pillar3_head"/>
          <p:cNvSpPr/>
          <p:nvPr>
            <p:ph idx="116" type="body" hasCustomPrompt="1"/>
          </p:nvPr>
        </p:nvSpPr>
        <p:spPr>
          <a:xfrm>
            <a:off x="8010144" y="2697480"/>
            <a:ext cx="35204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7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700" dirty="0"/>
          </a:p>
        </p:txBody>
      </p:sp>
      <p:sp>
        <p:nvSpPr>
          <p:cNvPr id="19" name="pillar3_body"/>
          <p:cNvSpPr/>
          <p:nvPr>
            <p:ph idx="117" type="body" hasCustomPrompt="1"/>
          </p:nvPr>
        </p:nvSpPr>
        <p:spPr>
          <a:xfrm>
            <a:off x="8010144" y="3474720"/>
            <a:ext cx="35204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step1_when"/>
          <p:cNvSpPr/>
          <p:nvPr>
            <p:ph idx="106" type="body" hasCustomPrompt="1"/>
          </p:nvPr>
        </p:nvSpPr>
        <p:spPr>
          <a:xfrm>
            <a:off x="54864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9" name="step1_head"/>
          <p:cNvSpPr/>
          <p:nvPr>
            <p:ph idx="107" type="body" hasCustomPrompt="1"/>
          </p:nvPr>
        </p:nvSpPr>
        <p:spPr>
          <a:xfrm>
            <a:off x="54864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0" name="step1_body"/>
          <p:cNvSpPr/>
          <p:nvPr>
            <p:ph idx="108" type="body" hasCustomPrompt="1"/>
          </p:nvPr>
        </p:nvSpPr>
        <p:spPr>
          <a:xfrm>
            <a:off x="54864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1" name="step2_when"/>
          <p:cNvSpPr/>
          <p:nvPr>
            <p:ph idx="109" type="body" hasCustomPrompt="1"/>
          </p:nvPr>
        </p:nvSpPr>
        <p:spPr>
          <a:xfrm>
            <a:off x="278892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2" name="step2_head"/>
          <p:cNvSpPr/>
          <p:nvPr>
            <p:ph idx="110" type="body" hasCustomPrompt="1"/>
          </p:nvPr>
        </p:nvSpPr>
        <p:spPr>
          <a:xfrm>
            <a:off x="278892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3" name="step2_body"/>
          <p:cNvSpPr/>
          <p:nvPr>
            <p:ph idx="111" type="body" hasCustomPrompt="1"/>
          </p:nvPr>
        </p:nvSpPr>
        <p:spPr>
          <a:xfrm>
            <a:off x="278892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4" name="step3_when"/>
          <p:cNvSpPr/>
          <p:nvPr>
            <p:ph idx="112" type="body" hasCustomPrompt="1"/>
          </p:nvPr>
        </p:nvSpPr>
        <p:spPr>
          <a:xfrm>
            <a:off x="502920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5" name="step3_head"/>
          <p:cNvSpPr/>
          <p:nvPr>
            <p:ph idx="113" type="body" hasCustomPrompt="1"/>
          </p:nvPr>
        </p:nvSpPr>
        <p:spPr>
          <a:xfrm>
            <a:off x="502920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6" name="step3_body"/>
          <p:cNvSpPr/>
          <p:nvPr>
            <p:ph idx="114" type="body" hasCustomPrompt="1"/>
          </p:nvPr>
        </p:nvSpPr>
        <p:spPr>
          <a:xfrm>
            <a:off x="502920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7" name="step4_when"/>
          <p:cNvSpPr/>
          <p:nvPr>
            <p:ph idx="115" type="body" hasCustomPrompt="1"/>
          </p:nvPr>
        </p:nvSpPr>
        <p:spPr>
          <a:xfrm>
            <a:off x="726948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18" name="step4_head"/>
          <p:cNvSpPr/>
          <p:nvPr>
            <p:ph idx="116" type="body" hasCustomPrompt="1"/>
          </p:nvPr>
        </p:nvSpPr>
        <p:spPr>
          <a:xfrm>
            <a:off x="726948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19" name="step4_body"/>
          <p:cNvSpPr/>
          <p:nvPr>
            <p:ph idx="117" type="body" hasCustomPrompt="1"/>
          </p:nvPr>
        </p:nvSpPr>
        <p:spPr>
          <a:xfrm>
            <a:off x="726948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0" name="step5_when"/>
          <p:cNvSpPr/>
          <p:nvPr>
            <p:ph idx="118" type="body" hasCustomPrompt="1"/>
          </p:nvPr>
        </p:nvSpPr>
        <p:spPr>
          <a:xfrm>
            <a:off x="9509760" y="2194560"/>
            <a:ext cx="2103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2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1" name="step5_head"/>
          <p:cNvSpPr/>
          <p:nvPr>
            <p:ph idx="119" type="body" hasCustomPrompt="1"/>
          </p:nvPr>
        </p:nvSpPr>
        <p:spPr>
          <a:xfrm>
            <a:off x="9509760" y="3017520"/>
            <a:ext cx="21031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2" name="step5_body"/>
          <p:cNvSpPr/>
          <p:nvPr>
            <p:ph idx="120" type="body" hasCustomPrompt="1"/>
          </p:nvPr>
        </p:nvSpPr>
        <p:spPr>
          <a:xfrm>
            <a:off x="9509760" y="3657600"/>
            <a:ext cx="2103120" cy="1828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gnal card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Shape 4"/>
          <p:cNvSpPr/>
          <p:nvPr/>
        </p:nvSpPr>
        <p:spPr>
          <a:xfrm>
            <a:off x="548640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9" name="card1"/>
          <p:cNvSpPr/>
          <p:nvPr>
            <p:ph idx="107" type="body" hasCustomPrompt="1"/>
          </p:nvPr>
        </p:nvSpPr>
        <p:spPr>
          <a:xfrm>
            <a:off x="676656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4279392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card2"/>
          <p:cNvSpPr/>
          <p:nvPr>
            <p:ph idx="109" type="body" hasCustomPrompt="1"/>
          </p:nvPr>
        </p:nvSpPr>
        <p:spPr>
          <a:xfrm>
            <a:off x="4407408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2" name="Shape 6"/>
          <p:cNvSpPr/>
          <p:nvPr/>
        </p:nvSpPr>
        <p:spPr>
          <a:xfrm>
            <a:off x="8010144" y="1645920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3" name="card3"/>
          <p:cNvSpPr/>
          <p:nvPr>
            <p:ph idx="111" type="body" hasCustomPrompt="1"/>
          </p:nvPr>
        </p:nvSpPr>
        <p:spPr>
          <a:xfrm>
            <a:off x="8138160" y="1737360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548640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5" name="card4"/>
          <p:cNvSpPr/>
          <p:nvPr>
            <p:ph idx="113" type="body" hasCustomPrompt="1"/>
          </p:nvPr>
        </p:nvSpPr>
        <p:spPr>
          <a:xfrm>
            <a:off x="676656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6" name="Shape 8"/>
          <p:cNvSpPr/>
          <p:nvPr/>
        </p:nvSpPr>
        <p:spPr>
          <a:xfrm>
            <a:off x="4279392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7" name="card5"/>
          <p:cNvSpPr/>
          <p:nvPr>
            <p:ph idx="115" type="body" hasCustomPrompt="1"/>
          </p:nvPr>
        </p:nvSpPr>
        <p:spPr>
          <a:xfrm>
            <a:off x="4407408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18" name="Shape 9"/>
          <p:cNvSpPr/>
          <p:nvPr/>
        </p:nvSpPr>
        <p:spPr>
          <a:xfrm>
            <a:off x="8010144" y="3547872"/>
            <a:ext cx="3611880" cy="178308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9" name="card6"/>
          <p:cNvSpPr/>
          <p:nvPr>
            <p:ph idx="117" type="body" hasCustomPrompt="1"/>
          </p:nvPr>
        </p:nvSpPr>
        <p:spPr>
          <a:xfrm>
            <a:off x="8138160" y="3639312"/>
            <a:ext cx="33832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0" name="talk"/>
          <p:cNvSpPr/>
          <p:nvPr>
            <p:ph idx="118" type="body" hasCustomPrompt="1"/>
          </p:nvPr>
        </p:nvSpPr>
        <p:spPr>
          <a:xfrm>
            <a:off x="548640" y="5513832"/>
            <a:ext cx="110642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ourc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8" name="body"/>
          <p:cNvSpPr/>
          <p:nvPr>
            <p:ph idx="106" type="body" hasCustomPrompt="1"/>
          </p:nvPr>
        </p:nvSpPr>
        <p:spPr>
          <a:xfrm>
            <a:off x="548640" y="1645920"/>
            <a:ext cx="11064240" cy="4526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B3202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548640" cy="0"/>
          </a:xfrm>
          <a:prstGeom prst="line">
            <a:avLst/>
          </a:prstGeom>
          <a:noFill/>
          <a:ln w="25400">
            <a:solidFill>
              <a:srgbClr val="B3202A"/>
            </a:solidFill>
            <a:prstDash val="solid"/>
          </a:ln>
        </p:spPr>
      </p:sp>
      <p:sp>
        <p:nvSpPr>
          <p:cNvPr id="4" name="eyebrow"/>
          <p:cNvSpPr/>
          <p:nvPr>
            <p:ph idx="102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000" b="1" spc="300" kern="0" dirty="0">
                <a:solidFill>
                  <a:srgbClr val="B3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5" name="title"/>
          <p:cNvSpPr/>
          <p:nvPr>
            <p:ph idx="103" type="title" hasCustomPrompt="1"/>
          </p:nvPr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6" name="Shape 2"/>
          <p:cNvSpPr/>
          <p:nvPr/>
        </p:nvSpPr>
        <p:spPr>
          <a:xfrm>
            <a:off x="548640" y="6437376"/>
            <a:ext cx="11091672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OFFICE AGENT  ·  TEAM BRIEF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1014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9224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 brief template (data-white)</dc:title>
  <dc:subject>PptxGenJS Presentation</dc:subject>
  <dc:creator>PptxGenJS</dc:creator>
  <cp:lastModifiedBy>PptxGenJS</cp:lastModifiedBy>
  <cp:revision>1</cp:revision>
  <dcterms:created xsi:type="dcterms:W3CDTF">2026-10-10T13:15:17Z</dcterms:created>
  <dcterms:modified xsi:type="dcterms:W3CDTF">2026-10-10T13:15:17Z</dcterms:modified>
</cp:coreProperties>
</file>